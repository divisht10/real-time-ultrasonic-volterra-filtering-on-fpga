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eb84df13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eb84df13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eb84df13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eb84df13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ee1cef0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ee1cef0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e4bcddc5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e4bcddc5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e4bcddc5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e4bcddc5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e4bcddc5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e4bcddc5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eb84df13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eb84df13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a39ea28fc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a39ea28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a39ea28fc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a39ea28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eb84df1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eb84df1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eb84df13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eb84df13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eb84df13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eb84df13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e4bcddc5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e4bcddc5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e4bcddc5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e4bcddc5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5786ad3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5786ad3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Volterra on FPGA</a:t>
            </a:r>
            <a:endParaRPr sz="4600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Dot Product/Product Function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460950" y="325828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By: Helly Bera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Work Summary - Week 1, 2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84425" y="1919075"/>
            <a:ext cx="82095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Focused on understanding the matlab code and running it on my PC.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</a:t>
            </a:r>
            <a:r>
              <a:rPr lang="en"/>
              <a:t>ocused on understanding dot product and product functions.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Obtained the values from the MATLAB code.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Wrote the dot product function and tested it.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Work Summary - Week 3, 4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Product Function: </a:t>
            </a:r>
            <a:endParaRPr b="1"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Used </a:t>
            </a:r>
            <a:r>
              <a:rPr lang="en" sz="1800"/>
              <a:t>various</a:t>
            </a:r>
            <a:r>
              <a:rPr lang="en" sz="1800"/>
              <a:t> parameters and flattened array inputs and outputs.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Initially used bitwidth of individual values as 16, but this resulted in overflow when testing using experimental values, so changed it to 32.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Used two different inputs for the d2 matrix(120x2 size).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Dot Product Function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92100" marR="292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Dot product with 2nd order kernel</a:t>
            </a:r>
            <a:endParaRPr sz="18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z2_val = (prod2_terms)' * h2;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Used various parameters and flattened array inputs and outputs.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Unpack the input and </a:t>
            </a:r>
            <a:r>
              <a:rPr lang="en" sz="1800"/>
              <a:t>output arrays in variables declared as wire type (since they can be multidimensional matrices).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Initially used bitwidth of individual values as 16, but this resulted in overflow error when testing using experimental values, so changed it to 32.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275825"/>
            <a:ext cx="8991600" cy="156783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185925" y="2090325"/>
            <a:ext cx="7094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Dot product = 0.000273075046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Actual value from MATLAB = 2.730637760187415e-04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Absolute Error</a:t>
            </a:r>
            <a:r>
              <a:rPr lang="en" sz="1500"/>
              <a:t> = 1.12699812585 * 10</a:t>
            </a:r>
            <a:r>
              <a:rPr baseline="30000" lang="en" sz="1500"/>
              <a:t>−8</a:t>
            </a:r>
            <a:endParaRPr baseline="30000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Relative Error</a:t>
            </a:r>
            <a:r>
              <a:rPr lang="en" sz="1500"/>
              <a:t> = 4.13 * 10</a:t>
            </a:r>
            <a:r>
              <a:rPr baseline="30000" lang="en" sz="1500"/>
              <a:t>−5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8" y="410825"/>
            <a:ext cx="9035425" cy="41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763" y="130250"/>
            <a:ext cx="7598475" cy="48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 rotWithShape="1">
          <a:blip r:embed="rId3">
            <a:alphaModFix/>
          </a:blip>
          <a:srcRect b="2088" l="1400" r="0" t="2990"/>
          <a:stretch/>
        </p:blipFill>
        <p:spPr>
          <a:xfrm>
            <a:off x="255700" y="259900"/>
            <a:ext cx="7268825" cy="34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Function: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Tested it using integer values.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Then, tested it on experimental values of inputs : read them using a python script, stored them in the required format in a text file, and pasted in the testbench.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Handled floating-point values by converting them into scaled integers (fixed-point), performing integer arithmetic in hardware, and scaling the result back for comparison.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Function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292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Calculate 2nd order terms</a:t>
            </a:r>
            <a:endParaRPr sz="15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292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prod2_terms = prod(yy(d{2}),2);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2921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yy → 15x1 double (column vector)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 → 1x3 cell array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d{2} is a 120x2 matrix containing index values from 1 to 15. 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yy is 15x1, so indexing it gives a row vector if multiple indices are used.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Function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71900" y="1919075"/>
            <a:ext cx="8222100" cy="31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292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8013"/>
                </a:solidFill>
                <a:latin typeface="Courier New"/>
                <a:ea typeface="Courier New"/>
                <a:cs typeface="Courier New"/>
                <a:sym typeface="Courier New"/>
              </a:rPr>
              <a:t>% Calculate 2nd order terms</a:t>
            </a:r>
            <a:endParaRPr sz="1500">
              <a:solidFill>
                <a:srgbClr val="00801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292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prod2_terms = prod(yy(d{2}),2);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yy → 15x1 double (column vector)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Select the elements of yy whose indices are stored in the second cell of d, then multiply all of those selected elements together to produce a single scalar.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second parameter ensures that it is done row wise across the columns.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Finally, produces a column vector as the output.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 b="0" l="0" r="43624" t="0"/>
          <a:stretch/>
        </p:blipFill>
        <p:spPr>
          <a:xfrm>
            <a:off x="111252" y="152400"/>
            <a:ext cx="3653375" cy="49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 rotWithShape="1">
          <a:blip r:embed="rId4">
            <a:alphaModFix/>
          </a:blip>
          <a:srcRect b="0" l="0" r="40811" t="0"/>
          <a:stretch/>
        </p:blipFill>
        <p:spPr>
          <a:xfrm>
            <a:off x="4863675" y="152400"/>
            <a:ext cx="3085778" cy="49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/>
          <p:cNvPicPr preferRelativeResize="0"/>
          <p:nvPr/>
        </p:nvPicPr>
        <p:blipFill rotWithShape="1">
          <a:blip r:embed="rId3">
            <a:alphaModFix/>
          </a:blip>
          <a:srcRect b="0" l="0" r="44742" t="0"/>
          <a:stretch/>
        </p:blipFill>
        <p:spPr>
          <a:xfrm>
            <a:off x="681575" y="76100"/>
            <a:ext cx="2967725" cy="499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 rotWithShape="1">
          <a:blip r:embed="rId4">
            <a:alphaModFix/>
          </a:blip>
          <a:srcRect b="0" l="0" r="44770" t="0"/>
          <a:stretch/>
        </p:blipFill>
        <p:spPr>
          <a:xfrm>
            <a:off x="4679250" y="76100"/>
            <a:ext cx="3287425" cy="19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/>
        </p:nvSpPr>
        <p:spPr>
          <a:xfrm>
            <a:off x="4531475" y="2334900"/>
            <a:ext cx="3948900" cy="2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Mean Absolute Error:</a:t>
            </a:r>
            <a:r>
              <a:rPr lang="en" sz="1500"/>
              <a:t> 6.9275 *  10</a:t>
            </a:r>
            <a:r>
              <a:rPr baseline="30000" lang="en" sz="1500"/>
              <a:t>-9</a:t>
            </a:r>
            <a:endParaRPr baseline="3000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Root Mean Squared Error: </a:t>
            </a:r>
            <a:r>
              <a:rPr lang="en" sz="1500"/>
              <a:t>1.41216 * 10</a:t>
            </a:r>
            <a:r>
              <a:rPr baseline="30000" lang="en" sz="1500"/>
              <a:t>-8</a:t>
            </a:r>
            <a:endParaRPr baseline="30000"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/>
          <p:cNvPicPr preferRelativeResize="0"/>
          <p:nvPr/>
        </p:nvPicPr>
        <p:blipFill rotWithShape="1">
          <a:blip r:embed="rId3">
            <a:alphaModFix/>
          </a:blip>
          <a:srcRect b="7834" l="0" r="8701" t="0"/>
          <a:stretch/>
        </p:blipFill>
        <p:spPr>
          <a:xfrm>
            <a:off x="-175" y="23775"/>
            <a:ext cx="8976399" cy="504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913"/>
            <a:ext cx="8991600" cy="4913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8"/>
          <p:cNvPicPr preferRelativeResize="0"/>
          <p:nvPr/>
        </p:nvPicPr>
        <p:blipFill rotWithShape="1">
          <a:blip r:embed="rId3">
            <a:alphaModFix/>
          </a:blip>
          <a:srcRect b="3345" l="1313" r="0" t="3494"/>
          <a:stretch/>
        </p:blipFill>
        <p:spPr>
          <a:xfrm>
            <a:off x="371688" y="284313"/>
            <a:ext cx="8400625" cy="457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Summary - Present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Product(3 column) Function: </a:t>
            </a:r>
            <a:endParaRPr b="1"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Modified the product(2 column) function (design and testbench) for this function.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Debugging the code and testbench since the error between the experimental and obtained values is very high.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